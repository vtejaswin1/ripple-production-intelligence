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3564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RIPPLE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RIPPLE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screenplay revision to an actionable production decision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1417320" cy="1307592"/>
          </a:xfrm>
          <a:prstGeom prst="roundRect">
            <a:avLst>
              <a:gd name="adj" fmla="val 5594"/>
            </a:avLst>
          </a:prstGeom>
          <a:solidFill>
            <a:srgbClr val="121B30"/>
          </a:solidFill>
          <a:ln w="15240">
            <a:solidFill>
              <a:srgbClr val="2632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28800"/>
            <a:ext cx="1417320" cy="7315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011680"/>
            <a:ext cx="1161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6EE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1179576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/ Production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21408" y="2331720"/>
            <a:ext cx="192024" cy="301752"/>
          </a:xfrm>
          <a:prstGeom prst="chevron">
            <a:avLst/>
          </a:prstGeom>
          <a:solidFill>
            <a:srgbClr val="41506E"/>
          </a:solidFill>
          <a:ln w="12700">
            <a:solidFill>
              <a:srgbClr val="41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59152" y="1828800"/>
            <a:ext cx="1627632" cy="1307592"/>
          </a:xfrm>
          <a:prstGeom prst="roundRect">
            <a:avLst>
              <a:gd name="adj" fmla="val 5594"/>
            </a:avLst>
          </a:prstGeom>
          <a:solidFill>
            <a:srgbClr val="121B30"/>
          </a:solidFill>
          <a:ln w="15240">
            <a:solidFill>
              <a:srgbClr val="2632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59152" y="1828800"/>
            <a:ext cx="1627632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20116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2478024" y="2331720"/>
            <a:ext cx="138988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Auth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32504" y="2331720"/>
            <a:ext cx="201168" cy="301752"/>
          </a:xfrm>
          <a:prstGeom prst="chevron">
            <a:avLst/>
          </a:prstGeom>
          <a:solidFill>
            <a:srgbClr val="41506E"/>
          </a:solidFill>
          <a:ln w="12700">
            <a:solidFill>
              <a:srgbClr val="4150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9392" y="1828800"/>
            <a:ext cx="1783080" cy="1307592"/>
          </a:xfrm>
          <a:prstGeom prst="roundRect">
            <a:avLst>
              <a:gd name="adj" fmla="val 5594"/>
            </a:avLst>
          </a:prstGeom>
          <a:solidFill>
            <a:srgbClr val="121B30"/>
          </a:solidFill>
          <a:ln w="15240">
            <a:solidFill>
              <a:srgbClr val="2632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9392" y="1828800"/>
            <a:ext cx="178308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2011680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+ ADK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398264" y="2331720"/>
            <a:ext cx="1545336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08192" y="2331720"/>
            <a:ext cx="228600" cy="301752"/>
          </a:xfrm>
          <a:prstGeom prst="chevron">
            <a:avLst/>
          </a:prstGeom>
          <a:solidFill>
            <a:srgbClr val="41506E"/>
          </a:solidFill>
          <a:ln w="12700">
            <a:solidFill>
              <a:srgbClr val="4150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82512" y="1828800"/>
            <a:ext cx="1444752" cy="1307592"/>
          </a:xfrm>
          <a:prstGeom prst="roundRect">
            <a:avLst>
              <a:gd name="adj" fmla="val 5594"/>
            </a:avLst>
          </a:prstGeom>
          <a:solidFill>
            <a:srgbClr val="121B30"/>
          </a:solidFill>
          <a:ln w="15240">
            <a:solidFill>
              <a:srgbClr val="2632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1828800"/>
            <a:ext cx="1444752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201168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501384" y="2331720"/>
            <a:ext cx="12070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parsing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reasoning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72984" y="2331720"/>
            <a:ext cx="219456" cy="301752"/>
          </a:xfrm>
          <a:prstGeom prst="chevron">
            <a:avLst/>
          </a:prstGeom>
          <a:solidFill>
            <a:srgbClr val="41506E"/>
          </a:solidFill>
          <a:ln w="12700">
            <a:solidFill>
              <a:srgbClr val="4150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828800"/>
            <a:ext cx="1627632" cy="1307592"/>
          </a:xfrm>
          <a:prstGeom prst="roundRect">
            <a:avLst>
              <a:gd name="adj" fmla="val 5594"/>
            </a:avLst>
          </a:prstGeom>
          <a:solidFill>
            <a:srgbClr val="121B30"/>
          </a:solidFill>
          <a:ln w="15240">
            <a:solidFill>
              <a:srgbClr val="2632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828800"/>
            <a:ext cx="1627632" cy="731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20116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CLICKHOUSE MCP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257032" y="2331720"/>
            <a:ext cx="138988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access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data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11512" y="2331720"/>
            <a:ext cx="219456" cy="301752"/>
          </a:xfrm>
          <a:prstGeom prst="chevron">
            <a:avLst/>
          </a:prstGeom>
          <a:solidFill>
            <a:srgbClr val="41506E"/>
          </a:solidFill>
          <a:ln w="12700">
            <a:solidFill>
              <a:srgbClr val="4150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76688" y="1828800"/>
            <a:ext cx="1444752" cy="1307592"/>
          </a:xfrm>
          <a:prstGeom prst="roundRect">
            <a:avLst>
              <a:gd name="adj" fmla="val 5594"/>
            </a:avLst>
          </a:prstGeom>
          <a:solidFill>
            <a:srgbClr val="121B30"/>
          </a:solidFill>
          <a:ln w="15240">
            <a:solidFill>
              <a:srgbClr val="2632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76688" y="1828800"/>
            <a:ext cx="1444752" cy="73152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04704" y="201168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DE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CLICKHOUSE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10195560" y="2331720"/>
            <a:ext cx="12070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RIPPLE PRODUCES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" y="4096512"/>
            <a:ext cx="2240280" cy="1161288"/>
          </a:xfrm>
          <a:prstGeom prst="roundRect">
            <a:avLst/>
          </a:prstGeom>
          <a:solidFill>
            <a:srgbClr val="10182A"/>
          </a:solidFill>
          <a:ln w="12700">
            <a:solidFill>
              <a:srgbClr val="2632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4261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7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" y="449884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Revision Changes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04672" y="4828032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Scene, location, time and cast differences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127248" y="4096512"/>
            <a:ext cx="2240280" cy="1161288"/>
          </a:xfrm>
          <a:prstGeom prst="roundRect">
            <a:avLst/>
          </a:prstGeom>
          <a:solidFill>
            <a:srgbClr val="10182A"/>
          </a:solidFill>
          <a:ln w="12700">
            <a:solidFill>
              <a:srgbClr val="2632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4261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7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73552" y="449884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Dependencies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273552" y="4828032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Actors, locations and production relationships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596128" y="4096512"/>
            <a:ext cx="2240280" cy="1161288"/>
          </a:xfrm>
          <a:prstGeom prst="roundRect">
            <a:avLst/>
          </a:prstGeom>
          <a:solidFill>
            <a:srgbClr val="10182A"/>
          </a:solidFill>
          <a:ln w="12700">
            <a:solidFill>
              <a:srgbClr val="2632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42432" y="4261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7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42432" y="449884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Conflicts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742432" y="4828032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Feasibility issues across the production plan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065008" y="4096512"/>
            <a:ext cx="3456432" cy="1161288"/>
          </a:xfrm>
          <a:prstGeom prst="roundRect">
            <a:avLst/>
          </a:prstGeom>
          <a:solidFill>
            <a:srgbClr val="132A37"/>
          </a:solidFill>
          <a:ln w="19050">
            <a:solidFill>
              <a:srgbClr val="36C5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11312" y="4261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7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11312" y="4498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Ranked Recovery Options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211312" y="482803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 location + time + delay + cost + risk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58368" y="5715000"/>
            <a:ext cx="10863072" cy="566928"/>
          </a:xfrm>
          <a:prstGeom prst="roundRect">
            <a:avLst/>
          </a:prstGeom>
          <a:solidFill>
            <a:srgbClr val="0F2230"/>
          </a:solidFill>
          <a:ln w="13970">
            <a:solidFill>
              <a:srgbClr val="1C445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5861304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RIPPLE turns script changes into production decisions.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RIPPLE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RIPPLE Works</dc:title>
  <dc:subject>RIPPLE architecture</dc:subject>
  <dc:creator>OpenAI</dc:creator>
  <cp:lastModifiedBy>OpenAI</cp:lastModifiedBy>
  <cp:revision>1</cp:revision>
  <dcterms:created xsi:type="dcterms:W3CDTF">2026-09-09T15:57:57Z</dcterms:created>
  <dcterms:modified xsi:type="dcterms:W3CDTF">2026-09-09T15:57:57Z</dcterms:modified>
</cp:coreProperties>
</file>